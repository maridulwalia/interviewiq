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9144000" cy="146304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86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Project Presentation of FSE - 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7680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000000"/>
                </a:solidFill>
                <a:latin typeface="Times New Roman"/>
              </a:defRPr>
            </a:pPr>
            <a:r>
              <a:t>InterviewIQ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450592"/>
            <a:ext cx="4663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Maridul Walia    2310991897</a:t>
            </a:r>
          </a:p>
          <a:p>
            <a:pPr algn="ctr"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Michael Dhiman   2310991902</a:t>
            </a:r>
          </a:p>
          <a:p>
            <a:pPr algn="ctr"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Mohd Sufiyan      2310991904</a:t>
            </a:r>
          </a:p>
          <a:p>
            <a:pPr algn="ctr"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Naman Mittal      2310992588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803904"/>
            <a:ext cx="36576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Supervised By</a:t>
            </a:r>
          </a:p>
          <a:p>
            <a:pPr algn="ctr"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rPr lang="en-US" dirty="0"/>
              <a:t>Ms. </a:t>
            </a:r>
            <a:r>
              <a:rPr dirty="0"/>
              <a:t>Gaganpreet Kaur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30368"/>
            <a:ext cx="6858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Times New Roman"/>
              </a:defRPr>
            </a:pPr>
            <a:r>
              <a:t>Department of Computer Science and Engineering,</a:t>
            </a:r>
          </a:p>
          <a:p>
            <a:pPr algn="ctr">
              <a:defRPr sz="2400" b="0">
                <a:solidFill>
                  <a:srgbClr val="000000"/>
                </a:solidFill>
                <a:latin typeface="Times New Roman"/>
              </a:defRPr>
            </a:pPr>
            <a:r>
              <a:t>Chitkara University, Punjab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" y="6547104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6565392"/>
            <a:ext cx="3291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Times New Roman"/>
              </a:defRPr>
            </a:pPr>
            <a:r>
              <a:t>Name of the faculty [Group: G00] [Sem:2nd]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9144000" cy="146304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86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75629"/>
            <a:ext cx="61264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rPr b="1" dirty="0"/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7955279" cy="417037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just">
              <a:spcAft>
                <a:spcPts val="200"/>
              </a:spcAft>
            </a:pPr>
            <a:r>
              <a:rPr sz="1600" b="0" dirty="0">
                <a:latin typeface="Times New Roman"/>
              </a:rPr>
              <a:t>•  InterviewIQ is a resume-aware AI interview preparation platform created for students and job seekers.</a:t>
            </a:r>
          </a:p>
          <a:p>
            <a:pPr algn="just">
              <a:spcAft>
                <a:spcPts val="200"/>
              </a:spcAft>
            </a:pPr>
            <a:r>
              <a:rPr sz="1600" b="0" dirty="0">
                <a:latin typeface="Times New Roman"/>
              </a:rPr>
              <a:t>•  The system starts with the candidate’s uploaded PDF/DOCX resume and uses extracted resume text as interview context.</a:t>
            </a:r>
          </a:p>
          <a:p>
            <a:pPr algn="just">
              <a:spcAft>
                <a:spcPts val="200"/>
              </a:spcAft>
            </a:pPr>
            <a:r>
              <a:rPr sz="1600" b="0" dirty="0">
                <a:latin typeface="Times New Roman"/>
              </a:rPr>
              <a:t>•  Instead of only showing fixed question-bank content, it generates personalized technical, HR, behavioral and aptitude questions.</a:t>
            </a:r>
          </a:p>
          <a:p>
            <a:pPr algn="just">
              <a:spcAft>
                <a:spcPts val="200"/>
              </a:spcAft>
            </a:pPr>
            <a:r>
              <a:rPr sz="1600" b="0" dirty="0">
                <a:latin typeface="Times New Roman"/>
              </a:rPr>
              <a:t>•  Users can choose target role, difficulty level, practice mode/mock mode and category-wise question count before starting.</a:t>
            </a:r>
          </a:p>
          <a:p>
            <a:pPr algn="just">
              <a:spcAft>
                <a:spcPts val="200"/>
              </a:spcAft>
            </a:pPr>
            <a:r>
              <a:rPr sz="1600" b="0" dirty="0">
                <a:latin typeface="Times New Roman"/>
              </a:rPr>
              <a:t>•  Mock mode adds a timer to simulate interview pressure, while normal practice mode allows self-paced preparation.</a:t>
            </a:r>
          </a:p>
          <a:p>
            <a:pPr algn="just">
              <a:spcAft>
                <a:spcPts val="200"/>
              </a:spcAft>
            </a:pPr>
            <a:r>
              <a:rPr sz="1600" b="0" dirty="0">
                <a:latin typeface="Times New Roman"/>
              </a:rPr>
              <a:t>•  Each answer is evaluated by AI with a score, feedback, missing concepts and clear improvement suggestions.</a:t>
            </a:r>
          </a:p>
          <a:p>
            <a:pPr algn="just">
              <a:spcAft>
                <a:spcPts val="200"/>
              </a:spcAft>
            </a:pPr>
            <a:r>
              <a:rPr sz="1600" b="0" dirty="0">
                <a:latin typeface="Times New Roman"/>
              </a:rPr>
              <a:t>•  Stored answer records are used to build analytics, helping users track progress and identify weak areas over time.</a:t>
            </a:r>
          </a:p>
          <a:p>
            <a:pPr algn="just">
              <a:spcAft>
                <a:spcPts val="200"/>
              </a:spcAft>
            </a:pPr>
            <a:r>
              <a:rPr sz="1600" b="0" dirty="0">
                <a:latin typeface="Times New Roman"/>
              </a:rPr>
              <a:t>•  The project demonstrates a complete MERN-style full-stack workflow with authentication, APIs, database and AI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9144000" cy="146304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86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75629"/>
            <a:ext cx="61264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rPr b="1" dirty="0"/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7955279" cy="389439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Many interview preparation systems provide common questions, but they do not understand the candidate’s real resume.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Students often prepare from generic lists, so they may miss questions related to their own projects, skills and selected role.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A candidate with React, Node.js, MongoDB and AI projects needs a different question set from a candidate focused on SQL or OS.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The problem is to design a secure full-stack application that converts resume data into personalized interview sessions.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The system must support resume upload, text extraction, role/difficulty selection and AI-based question generation.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It must also evaluate user answers immediately and store score, feedback, missing points and suggestions for later review.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Historical data should be available through analytics so improvement is measurable across multiple attempts.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The application should remain modular, scalable and easy to run locally for development, testing and future extension.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9144000" cy="146304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86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75629"/>
            <a:ext cx="61264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rPr b="1" dirty="0"/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7955279" cy="437799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Build </a:t>
            </a:r>
            <a:r>
              <a:rPr sz="1600" dirty="0">
                <a:latin typeface="Times New Roman"/>
              </a:rPr>
              <a:t>a secure authentication module with signup, login, bcrypt password hashing and JWT-protected API routes.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Allow users to upload PDF/DOCX resumes and extract clean text that can be passed safely to the AI service.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Generate interview questions using resume context, target role, selected difficulty and category-wise question distribution.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Support both timer-based mock interview mode and normal practice mode for different preparation styles.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Evaluate every submitted answer using AI and return structured score, feedback, missing points and improvement suggestions.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Persist users, resumes, interview sessions, questions, answers and analytics-related records in MongoDB.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Reuse matching </a:t>
            </a:r>
            <a:r>
              <a:rPr sz="1600" dirty="0" err="1">
                <a:latin typeface="Times New Roman"/>
              </a:rPr>
              <a:t>InterviewSession</a:t>
            </a:r>
            <a:r>
              <a:rPr sz="1600" dirty="0">
                <a:latin typeface="Times New Roman"/>
              </a:rPr>
              <a:t> records to reduce duplicate AI calls, prevent storage growth and improve response time.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Display analytics through charts and summaries so candidates can understand weak categories and preparation progress.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Maintain a clean controller-service-route backend and reusable React frontend components for future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9144000" cy="146304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86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75629"/>
            <a:ext cx="61264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rPr b="1" dirty="0"/>
              <a:t>Software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7955279" cy="392004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Frontend is built using React 18, TypeScript and Vite to create a fast single-page application.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Tailwind CSS, </a:t>
            </a:r>
            <a:r>
              <a:rPr sz="1600" dirty="0" err="1">
                <a:latin typeface="Times New Roman"/>
              </a:rPr>
              <a:t>shadcn</a:t>
            </a:r>
            <a:r>
              <a:rPr sz="1600" dirty="0">
                <a:latin typeface="Times New Roman"/>
              </a:rPr>
              <a:t>/</a:t>
            </a:r>
            <a:r>
              <a:rPr sz="1600" dirty="0" err="1">
                <a:latin typeface="Times New Roman"/>
              </a:rPr>
              <a:t>ui</a:t>
            </a:r>
            <a:r>
              <a:rPr sz="1600" dirty="0">
                <a:latin typeface="Times New Roman"/>
              </a:rPr>
              <a:t> and Radix UI provide responsive layout, reusable components and accessible interface behavior.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React Router v6 manages navigation between login, dashboard, resume management, interview and analytics pages.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React Hook Form and Zod are used for form handling and input validation on the client side.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</a:t>
            </a:r>
            <a:r>
              <a:rPr sz="1600" dirty="0" err="1">
                <a:latin typeface="Times New Roman"/>
              </a:rPr>
              <a:t>TanStack</a:t>
            </a:r>
            <a:r>
              <a:rPr sz="1600" dirty="0">
                <a:latin typeface="Times New Roman"/>
              </a:rPr>
              <a:t> React Query with Axios handles API calls, server-state caching and smoother frontend data flow.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Backend uses Node.js and Express.js with route, controller, middleware, model and service separation.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MongoDB with Mongoose stores flexible documents such as resumes, generated questions, answers and session configurations.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Gemini 1.5 Flash is used for AI question generation and answer evaluation using structured prompts.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Supporting libraries include multer, pdf-parse, mammoth, Joi, express-validator, </a:t>
            </a:r>
            <a:r>
              <a:rPr sz="1600" dirty="0" err="1">
                <a:latin typeface="Times New Roman"/>
              </a:rPr>
              <a:t>bcryptjs</a:t>
            </a:r>
            <a:r>
              <a:rPr sz="1600" dirty="0">
                <a:latin typeface="Times New Roman"/>
              </a:rPr>
              <a:t> and </a:t>
            </a:r>
            <a:r>
              <a:rPr sz="1600" dirty="0" err="1">
                <a:latin typeface="Times New Roman"/>
              </a:rPr>
              <a:t>jsonwebtoken</a:t>
            </a:r>
            <a:r>
              <a:rPr sz="1600" dirty="0"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9144000" cy="146304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86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75629"/>
            <a:ext cx="61264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rPr b="1" dirty="0"/>
              <a:t>Hardware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7955279" cy="366542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Minimum hardware includes a dual-core processor, 4 GB RAM, 1 GB free storage and a modern browser.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Recommended hardware includes a quad-core processor, 8 GB RAM, 5 GB storage and a full HD display for smooth testing.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A stable internet connection is required because Gemini API calls are used during generation and evaluation.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Node.js v18 or higher is required for running backend and frontend development servers.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MongoDB can be installed locally or replaced with MongoDB Atlas using the MONGO_URI environment variable.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Developers must configure backend .env values such as PORT, JWT_SECRET, JWT_EXPIRES_IN and GEMINI_API_KEY.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The project can run with separate frontend/backend terminals or through root scripts if configured.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The browser environment is used to test dashboard actions, resume upload, interview flow and analytics charts.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285232"/>
            <a:ext cx="8138160" cy="960120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just">
              <a:lnSpc>
                <a:spcPct val="88000"/>
              </a:lnSpc>
              <a:spcAft>
                <a:spcPts val="0"/>
              </a:spcAft>
            </a:pPr>
            <a:r>
              <a:rPr lang="en-IN" sz="1400" dirty="0">
                <a:latin typeface="Times New Roman"/>
              </a:rPr>
              <a:t>•  </a:t>
            </a:r>
            <a:r>
              <a:rPr sz="1400" dirty="0">
                <a:latin typeface="Times New Roman"/>
              </a:rPr>
              <a:t>Frontend sends Axios requests to Express API routes, while JWT middleware protects private operations.</a:t>
            </a:r>
          </a:p>
          <a:p>
            <a:pPr algn="just">
              <a:lnSpc>
                <a:spcPct val="88000"/>
              </a:lnSpc>
              <a:spcAft>
                <a:spcPts val="0"/>
              </a:spcAft>
            </a:pPr>
            <a:r>
              <a:rPr sz="1400" dirty="0">
                <a:latin typeface="Times New Roman"/>
              </a:rPr>
              <a:t>•  Controllers call service functions for resume parsing, AI prompts, analytics and database work.</a:t>
            </a:r>
          </a:p>
          <a:p>
            <a:pPr algn="just">
              <a:lnSpc>
                <a:spcPct val="88000"/>
              </a:lnSpc>
              <a:spcAft>
                <a:spcPts val="0"/>
              </a:spcAft>
            </a:pPr>
            <a:r>
              <a:rPr sz="1400" dirty="0">
                <a:latin typeface="Times New Roman"/>
              </a:rPr>
              <a:t>•  MongoDB stores persistent records; Gemini AI is called only when generation or evaluation is required.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86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75629"/>
            <a:ext cx="61264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rPr b="1" dirty="0"/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7</a:t>
            </a:r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81381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9144000" cy="146304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86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75629"/>
            <a:ext cx="61264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rPr b="1" dirty="0"/>
              <a:t>Database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8</a:t>
            </a:r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672" y="833025"/>
            <a:ext cx="5953057" cy="37234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5177" y="4271537"/>
            <a:ext cx="8604503" cy="246061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400" b="0" dirty="0">
                <a:latin typeface="Times New Roman"/>
              </a:rPr>
              <a:t>•  The database uses MongoDB because InterviewIQ stores flexible semi-structured data such as resumes and AI feedback.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400" b="0" dirty="0">
                <a:latin typeface="Times New Roman"/>
              </a:rPr>
              <a:t>•  User collection stores candidate identity details and hashed authentication credentials.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400" b="0" dirty="0">
                <a:latin typeface="Times New Roman"/>
              </a:rPr>
              <a:t>•  Resume collection stores uploaded file metadata and extracted resume text used as AI context.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400" b="0" dirty="0">
                <a:latin typeface="Times New Roman"/>
              </a:rPr>
              <a:t>•  Question collection can hold predefined fallback questions for reliability when AI generation fails.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400" b="0" dirty="0">
                <a:latin typeface="Times New Roman"/>
              </a:rPr>
              <a:t>•  </a:t>
            </a:r>
            <a:r>
              <a:rPr sz="1400" b="0" dirty="0" err="1">
                <a:latin typeface="Times New Roman"/>
              </a:rPr>
              <a:t>InterviewSession</a:t>
            </a:r>
            <a:r>
              <a:rPr sz="1400" b="0" dirty="0">
                <a:latin typeface="Times New Roman"/>
              </a:rPr>
              <a:t> stores role, difficulty, question configuration, generated questions and </a:t>
            </a:r>
            <a:r>
              <a:rPr sz="1400" b="0" dirty="0" err="1">
                <a:latin typeface="Times New Roman"/>
              </a:rPr>
              <a:t>generatedByAI</a:t>
            </a:r>
            <a:r>
              <a:rPr sz="1400" b="0" dirty="0">
                <a:latin typeface="Times New Roman"/>
              </a:rPr>
              <a:t> status.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400" b="0" dirty="0">
                <a:latin typeface="Times New Roman"/>
              </a:rPr>
              <a:t>•  Answer collection stores every submitted answer with score, feedback, missing points and improvement suggestions.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400" b="0" dirty="0">
                <a:latin typeface="Times New Roman"/>
              </a:rPr>
              <a:t>•  </a:t>
            </a:r>
            <a:r>
              <a:rPr sz="1400" b="0" dirty="0" err="1">
                <a:latin typeface="Times New Roman"/>
              </a:rPr>
              <a:t>userId</a:t>
            </a:r>
            <a:r>
              <a:rPr sz="1400" b="0" dirty="0">
                <a:latin typeface="Times New Roman"/>
              </a:rPr>
              <a:t> connects resumes, sessions and answers to the authenticated user for privacy and data separation.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400" b="0" dirty="0">
                <a:latin typeface="Times New Roman"/>
              </a:rPr>
              <a:t>•  Indexes on </a:t>
            </a:r>
            <a:r>
              <a:rPr sz="1400" b="0" dirty="0" err="1">
                <a:latin typeface="Times New Roman"/>
              </a:rPr>
              <a:t>userId</a:t>
            </a:r>
            <a:r>
              <a:rPr sz="1400" b="0" dirty="0">
                <a:latin typeface="Times New Roman"/>
              </a:rPr>
              <a:t> and session configuration improve lookup speed and help reuse already generated sessions.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400" b="0" dirty="0">
                <a:latin typeface="Times New Roman"/>
              </a:rPr>
              <a:t>•  This design supports analytics because stored answer records become the source for progress tracking and weak-area detection.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285232"/>
            <a:ext cx="8138160" cy="960120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just">
              <a:lnSpc>
                <a:spcPct val="88000"/>
              </a:lnSpc>
              <a:spcAft>
                <a:spcPts val="0"/>
              </a:spcAft>
            </a:pPr>
            <a:r>
              <a:rPr sz="1400" dirty="0">
                <a:latin typeface="Times New Roman"/>
              </a:rPr>
              <a:t>•  The workflow begins with resume upload and interview configuration, then moves to AI generation.</a:t>
            </a:r>
          </a:p>
          <a:p>
            <a:pPr algn="just">
              <a:lnSpc>
                <a:spcPct val="88000"/>
              </a:lnSpc>
              <a:spcAft>
                <a:spcPts val="0"/>
              </a:spcAft>
            </a:pPr>
            <a:r>
              <a:rPr sz="1400" dirty="0">
                <a:latin typeface="Times New Roman"/>
              </a:rPr>
              <a:t>•  User answers are evaluated immediately and saved with structured feedback fields.</a:t>
            </a:r>
          </a:p>
          <a:p>
            <a:pPr algn="just">
              <a:lnSpc>
                <a:spcPct val="88000"/>
              </a:lnSpc>
              <a:spcAft>
                <a:spcPts val="0"/>
              </a:spcAft>
            </a:pPr>
            <a:r>
              <a:rPr sz="1400" dirty="0">
                <a:latin typeface="Times New Roman"/>
              </a:rPr>
              <a:t>•  Saved evaluations become analytics data for score trends, weak categories and recommendations.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86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175629"/>
            <a:ext cx="649224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rPr b="1" dirty="0"/>
              <a:t>AI Question and Evaluation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9</a:t>
            </a:r>
          </a:p>
        </p:txBody>
      </p:sp>
      <p:pic>
        <p:nvPicPr>
          <p:cNvPr id="8" name="Picture 7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804672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9144000" cy="146304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86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201168"/>
            <a:ext cx="6126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t>Program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423160" cy="1234440"/>
          </a:xfrm>
          <a:prstGeom prst="roundRect">
            <a:avLst/>
          </a:prstGeom>
          <a:solidFill>
            <a:srgbClr val="D2E5F5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Frontend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React + Vite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Pages, hooks and services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Handles UI, forms and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417320"/>
            <a:ext cx="2423160" cy="1234440"/>
          </a:xfrm>
          <a:prstGeom prst="roundRect">
            <a:avLst/>
          </a:prstGeom>
          <a:solidFill>
            <a:srgbClr val="D8EFDE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Backend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Express.js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Routes, controllers, services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Validates JWT and calls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1417320"/>
            <a:ext cx="2423160" cy="123444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Database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MongoDB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User, resume and answer models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Stores sessions and analytics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63240" y="1856231"/>
            <a:ext cx="301752" cy="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88152" y="1856231"/>
            <a:ext cx="301752" cy="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090671"/>
            <a:ext cx="7680960" cy="203799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lnSpc>
                <a:spcPct val="95000"/>
              </a:lnSpc>
              <a:spcAft>
                <a:spcPts val="300"/>
              </a:spcAft>
            </a:pPr>
            <a:r>
              <a:rPr sz="1600" dirty="0">
                <a:latin typeface="Times New Roman"/>
              </a:rPr>
              <a:t>•  The root project contains separate backend and frontend folders with a root package file for combined execution.</a:t>
            </a: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sz="1600" dirty="0">
                <a:latin typeface="Times New Roman"/>
              </a:rPr>
              <a:t>•  Backend folders are organized into config, controllers, middleware, models, routes, services, uploads and server entry point.</a:t>
            </a: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sz="1600" dirty="0">
                <a:latin typeface="Times New Roman"/>
              </a:rPr>
              <a:t>•  Frontend folders include components, hooks, lib utilities, pages, services, </a:t>
            </a:r>
            <a:r>
              <a:rPr sz="1600" dirty="0" err="1">
                <a:latin typeface="Times New Roman"/>
              </a:rPr>
              <a:t>App.tsx</a:t>
            </a:r>
            <a:r>
              <a:rPr sz="1600" dirty="0">
                <a:latin typeface="Times New Roman"/>
              </a:rPr>
              <a:t> and </a:t>
            </a:r>
            <a:r>
              <a:rPr sz="1600" dirty="0" err="1">
                <a:latin typeface="Times New Roman"/>
              </a:rPr>
              <a:t>main.tsx</a:t>
            </a:r>
            <a:r>
              <a:rPr sz="1600" dirty="0">
                <a:latin typeface="Times New Roman"/>
              </a:rPr>
              <a:t>.</a:t>
            </a: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sz="1600" dirty="0">
                <a:latin typeface="Times New Roman"/>
              </a:rPr>
              <a:t>•  This separation keeps UI logic, API communication, business logic and database models easier to maintain and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9144000" cy="146304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345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75629"/>
            <a:ext cx="61264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rPr b="1" dirty="0"/>
              <a:t>GUI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11</a:t>
            </a:r>
          </a:p>
        </p:txBody>
      </p:sp>
      <p:pic>
        <p:nvPicPr>
          <p:cNvPr id="8" name="Picture 7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60176"/>
            <a:ext cx="3749039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698212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0000"/>
                </a:solidFill>
                <a:latin typeface="Times New Roman"/>
              </a:rPr>
              <a:t>Login</a:t>
            </a:r>
          </a:p>
        </p:txBody>
      </p:sp>
      <p:pic>
        <p:nvPicPr>
          <p:cNvPr id="10" name="Picture 9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640512"/>
            <a:ext cx="3749039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720" y="3767036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Dashboard</a:t>
            </a:r>
          </a:p>
        </p:txBody>
      </p:sp>
      <p:pic>
        <p:nvPicPr>
          <p:cNvPr id="12" name="Picture 11" descr="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126106"/>
            <a:ext cx="3749039" cy="1965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189703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0000"/>
                </a:solidFill>
                <a:latin typeface="Times New Roman"/>
              </a:rPr>
              <a:t>Interview Configuration</a:t>
            </a:r>
          </a:p>
        </p:txBody>
      </p:sp>
      <p:pic>
        <p:nvPicPr>
          <p:cNvPr id="14" name="Picture 13" descr="image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126111"/>
            <a:ext cx="3749039" cy="1965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17720" y="6219202"/>
            <a:ext cx="3749039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rPr b="1" dirty="0"/>
              <a:t>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998650"/>
            <a:ext cx="9257663" cy="492443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600" dirty="0">
                <a:latin typeface="Times New Roman"/>
              </a:rPr>
              <a:t>The GUI is divided into clear user modules: authentication, dashboard configuration, interview execution and </a:t>
            </a:r>
            <a:endParaRPr lang="en-US" sz="1600" dirty="0">
              <a:latin typeface="Times New Roman"/>
            </a:endParaRPr>
          </a:p>
          <a:p>
            <a:pPr algn="l"/>
            <a:r>
              <a:rPr sz="1600" dirty="0">
                <a:latin typeface="Times New Roman"/>
              </a:rPr>
              <a:t>analytics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9144000" cy="146304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86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201168"/>
            <a:ext cx="6126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t>Implementation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7955279" cy="486158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Authentication begins with signup/login, where passwords are hashed with </a:t>
            </a:r>
            <a:r>
              <a:rPr sz="1600" b="0" dirty="0" err="1">
                <a:latin typeface="Times New Roman"/>
              </a:rPr>
              <a:t>bcryptjs</a:t>
            </a:r>
            <a:r>
              <a:rPr sz="1600" b="0" dirty="0">
                <a:latin typeface="Times New Roman"/>
              </a:rPr>
              <a:t> before storage.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After successful login, the backend returns a JWT that is sent with protected requests using Authorization: Bearer token.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Resume upload uses multer for multipart/form-data and accepts supported PDF/DOCX files only.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pdf-parse and mammoth extract text from uploaded resumes, which is saved in the Resume model.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Question generation builds a prompt using resume text, selected role, difficulty and question distribution.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The AI service expects strict JSON and includes parsing safeguards to handle code fences or malformed AI output.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Answer evaluation sends the question and user answer to Gemini and stores score, feedback and improvement data.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Mongoose connects to MongoDB using MONGO_URI and separates schemas into User, Resume, Question, Answer and </a:t>
            </a:r>
            <a:r>
              <a:rPr sz="1600" b="0" dirty="0" err="1">
                <a:latin typeface="Times New Roman"/>
              </a:rPr>
              <a:t>InterviewSession</a:t>
            </a:r>
            <a:r>
              <a:rPr sz="1600" b="0" dirty="0">
                <a:latin typeface="Times New Roman"/>
              </a:rPr>
              <a:t> models.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API modules cover authentication, resume handling, question generation, answer submission and analytics retrieval.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Error handling covers invalid credentials, missing JWT, unsupported files, AI parsing failure and database exceptions.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9144000" cy="146304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86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201168"/>
            <a:ext cx="6126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t>System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7955279" cy="437799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Testing verifies that authentication, protected routes, resume upload, AI generation, answer submission and analytics work together.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Login tests confirm that valid credentials generate a token and invalid credentials return an expected error.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Token persistence tests ensure the user remains authenticated while switching between protected frontend routes.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Resume upload tests validate PDF/DOCX acceptance, unsupported-file rejection and extracted-text storage.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Questions API tests check whether protected endpoints return generated or fallback questions correctly.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Answer submission tests verify that answers are saved with score, feedback, missing points and suggestions.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Analytics tests confirm that historical records can be retrieved and shown in performance charts.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Manual testing covers dashboard navigation, interview configuration, mock timer behavior and evaluation display.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Further production testing should include AI quota failures, file-size boundaries, rate limits and concurrent session requests.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9144000" cy="146304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86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201168"/>
            <a:ext cx="6126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t>Limitations and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7955279" cy="414902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AI answer quality depends on resume clarity, selected role, prompt structure and Gemini API availability.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Scanned PDF resumes may not parse correctly because OCR support is not included in the current version.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The platform currently supports text-based interviews only and does not yet include microphone or video features.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Local upload storage is suitable for development but should be replaced with secure cloud storage in production.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Analytics become more meaningful after multiple sessions because they depend on stored historical answer records.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Future scope includes speech-to-text answers, video interview mode and a real-time conversational voice agent.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Adaptive difficulty can be added so question difficulty changes according to the user’s average performance.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</a:t>
            </a:r>
            <a:r>
              <a:rPr sz="1600" b="0" dirty="0" err="1">
                <a:latin typeface="Times New Roman"/>
              </a:rPr>
              <a:t>Dockerization</a:t>
            </a:r>
            <a:r>
              <a:rPr sz="1600" b="0" dirty="0">
                <a:latin typeface="Times New Roman"/>
              </a:rPr>
              <a:t> and docker-compose can simplify local setup and deployment across machines.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b="0" dirty="0">
                <a:latin typeface="Times New Roman"/>
              </a:rPr>
              <a:t>•  Additional features may include admin dashboard, role-specific templates, PDF interview reports and expanded technical categories.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9144000" cy="146304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86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201168"/>
            <a:ext cx="6126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7955279" cy="414902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InterviewIQ successfully demonstrates a full-stack AI-powered interview preparation platform.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It combines resume parsing, configurable interview sessions, AI-generated questions, answer evaluation and analytics.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The project applies core full-stack engineering concepts such as REST APIs, authentication, validation and database design.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A modular backend separates routes, controllers, services, middleware and models for maintainability.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The React frontend uses reusable components, routing, API services and chart-based analytics for a clean user flow.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Resume-aware question generation makes preparation more personalized than static interview question banks.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Stored evaluations help candidates convert feedback into measurable progress over time.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Session caching reduces repeated AI calls and supports reuse of generated questions for the same configuration.</a:t>
            </a:r>
          </a:p>
          <a:p>
            <a:pPr algn="just">
              <a:lnSpc>
                <a:spcPct val="93000"/>
              </a:lnSpc>
              <a:spcAft>
                <a:spcPts val="200"/>
              </a:spcAft>
            </a:pPr>
            <a:r>
              <a:rPr sz="1600" dirty="0">
                <a:latin typeface="Times New Roman"/>
              </a:rPr>
              <a:t>•  With production hardening, monitoring, cloud storage and future voice/video features, it can become a stronger career preparation tool.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9144000" cy="146304"/>
          </a:xfrm>
          <a:prstGeom prst="rect">
            <a:avLst/>
          </a:prstGeom>
          <a:solidFill>
            <a:srgbClr val="FF2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19672" y="192024"/>
            <a:ext cx="2084831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8600"/>
            <a:ext cx="1737360" cy="551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201168"/>
            <a:ext cx="6126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66760" y="64282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Times New Roman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0">
                <a:solidFill>
                  <a:srgbClr val="000000"/>
                </a:solidFill>
                <a:latin typeface="Times New Roman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1995</Words>
  <Application>Microsoft Office PowerPoint</Application>
  <PresentationFormat>On-screen Show (4:3)</PresentationFormat>
  <Paragraphs>158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Maridul Walia</cp:lastModifiedBy>
  <cp:revision>2</cp:revision>
  <dcterms:created xsi:type="dcterms:W3CDTF">2013-01-27T09:14:16Z</dcterms:created>
  <dcterms:modified xsi:type="dcterms:W3CDTF">2026-05-21T06:05:53Z</dcterms:modified>
  <cp:category/>
</cp:coreProperties>
</file>